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7"/>
  </p:handout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280" y="-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8" d="100"/>
          <a:sy n="48" d="100"/>
        </p:scale>
        <p:origin x="2752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2A293BF-4578-528E-175D-0ED6BD7EA7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02F647-0DDA-080F-4103-430E87F926E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69A97A-9F32-4298-8923-21CB93D86D4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9E5A60-339F-ED32-3E37-545291C38A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FE263-0D73-DBAF-727F-9799D6856A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B1D7B2-3486-41E8-9B1D-A75E008CDC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084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0DB1E-2792-4247-AF63-B7CEF78CFB0B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4B175-9742-4FE5-951C-7803D50D04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0DB1E-2792-4247-AF63-B7CEF78CFB0B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4B175-9742-4FE5-951C-7803D50D04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0DB1E-2792-4247-AF63-B7CEF78CFB0B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4B175-9742-4FE5-951C-7803D50D04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0DB1E-2792-4247-AF63-B7CEF78CFB0B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4B175-9742-4FE5-951C-7803D50D04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0DB1E-2792-4247-AF63-B7CEF78CFB0B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4B175-9742-4FE5-951C-7803D50D04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0DB1E-2792-4247-AF63-B7CEF78CFB0B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4B175-9742-4FE5-951C-7803D50D04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0DB1E-2792-4247-AF63-B7CEF78CFB0B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4B175-9742-4FE5-951C-7803D50D04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0DB1E-2792-4247-AF63-B7CEF78CFB0B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4B175-9742-4FE5-951C-7803D50D04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0DB1E-2792-4247-AF63-B7CEF78CFB0B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4B175-9742-4FE5-951C-7803D50D04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0DB1E-2792-4247-AF63-B7CEF78CFB0B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4B175-9742-4FE5-951C-7803D50D04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0DB1E-2792-4247-AF63-B7CEF78CFB0B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4B175-9742-4FE5-951C-7803D50D04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0DB1E-2792-4247-AF63-B7CEF78CFB0B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4B175-9742-4FE5-951C-7803D50D0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 Empowering Business with Effective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Tata Group's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419646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CEO Questions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black">
          <a:xfrm>
            <a:off x="457200" y="836711"/>
            <a:ext cx="3008313" cy="468052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What is the monthly trend of revenue, and which months faced the biggest increase/decrease?</a:t>
            </a:r>
          </a:p>
          <a:p>
            <a:pPr algn="just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remained relatively stable between January and August before rising sharply from September onward.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largest increase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occurred between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October and November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largest decrease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occurred between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November and December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However, December contains only partial-month data, so the decline may not reflect actual performance.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Which months generated the most revenue? Is there seasonality in sales?</a:t>
            </a:r>
          </a:p>
          <a:p>
            <a:pPr algn="just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November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generated the highest revenue (£1.50M), followed by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October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September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strong rise in revenue during the final quarter suggests clear seasonality, likely driven by holiday shopping and year-end demand.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83D70E-69E7-C41E-9A0C-187DBC62F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375" y="1069309"/>
            <a:ext cx="4932040" cy="3850105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93A7582-4CC0-DF90-C95C-81A809564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404664"/>
            <a:ext cx="5111750" cy="5721499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CEO Questions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Which region is generating the highest revenue, and which region is generating the lowest?</a:t>
            </a:r>
          </a:p>
          <a:p>
            <a:pPr algn="just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generates the highest revenue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(£285,446), followed closely by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Netherlands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(£283,141).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the lowest revenue (£37,416). This indicates strong performance in Western Europe while some international markets contribute significantly less and may require growth strategies.</a:t>
            </a:r>
          </a:p>
          <a:p>
            <a:pPr algn="just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CA4D0C-35B4-97BA-A3D2-42A1CF11F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E8B53E-47B1-533B-361D-AEE675064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771" y="908720"/>
            <a:ext cx="4608512" cy="37444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394720" cy="116205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of interest to the CMO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538736" cy="46910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What is the percentage of customers who are repeating their orders? Are they ordering the same products or different?</a:t>
            </a:r>
          </a:p>
          <a:p>
            <a:pPr algn="just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Customers: 4,338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Customers: 2,845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Customer Rate: ~65.6%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For the repeat customers, how long does it take for them to place the next order after being delivered the previous one?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repeat customers place their next order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72 days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their previous purchase, with the highest concentration occurring in the first few weeks. </a:t>
            </a:r>
          </a:p>
          <a:p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B9C842A-8A77-1FAE-A7E2-4D6329423C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9952" y="1435100"/>
            <a:ext cx="4320480" cy="3816424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614734" cy="116205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of interest to the CMO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757610" cy="46910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What revenue is being generated from the customers who have ordered more than once?</a:t>
            </a:r>
          </a:p>
          <a:p>
            <a:pPr algn="just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revenue analysis shows that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customers generate the vast majority of the company's revenue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contributing approximately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£8.2 million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one-time customers contribute only about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£0.6 million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demonstrates that customer retention is a key driver of business performance, and maintaining strong relationships with repeat buyers should remain a priority for the marketing team.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Who are the customers that have repeated the most? How much are they contributing to revenue?</a:t>
            </a:r>
          </a:p>
          <a:p>
            <a:pPr algn="just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customers with the highest number of repeat orders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IDs 12748 and 14911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17841, 13089, and 14606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These customers place substantially more orders than the average customer and are likely significant contributors to overall revenue.</a:t>
            </a:r>
          </a:p>
        </p:txBody>
      </p:sp>
      <p:pic>
        <p:nvPicPr>
          <p:cNvPr id="512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72068" y="936364"/>
            <a:ext cx="3214708" cy="192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628" y="3214686"/>
            <a:ext cx="3286148" cy="2130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1389</TotalTime>
  <Words>456</Words>
  <Application>Microsoft Office PowerPoint</Application>
  <PresentationFormat>On-screen Show (4:3)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Office Theme</vt:lpstr>
      <vt:lpstr>Data Visualization: Empowering Business with Effective Insights</vt:lpstr>
      <vt:lpstr>CEO Questions</vt:lpstr>
      <vt:lpstr>CEO Questions</vt:lpstr>
      <vt:lpstr>Questions of interest to the CMO</vt:lpstr>
      <vt:lpstr>Questions of interest to the CMO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Visualisation: Empowering Business with Effective Insights</dc:title>
  <dc:creator>Admin</dc:creator>
  <cp:lastModifiedBy>Pavithra Dhanasekaran</cp:lastModifiedBy>
  <cp:revision>10</cp:revision>
  <dcterms:created xsi:type="dcterms:W3CDTF">2026-06-20T12:13:28Z</dcterms:created>
  <dcterms:modified xsi:type="dcterms:W3CDTF">2026-06-22T15:39:59Z</dcterms:modified>
</cp:coreProperties>
</file>